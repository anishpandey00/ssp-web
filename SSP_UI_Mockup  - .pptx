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6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63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D4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43D5C"/>
          </a:solidFill>
          <a:ln w="12700">
            <a:solidFill>
              <a:srgbClr val="243D5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Smart Study Planner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E0"/>
                </a:solidFill>
              </a:rPr>
              <a:t>UI Mockup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A3C8"/>
                </a:solidFill>
              </a:rPr>
              <a:t>Login  ·  Sign Up  ·  Dashboard  ·  Tasks  ·  Quiz  ·  Progress  ·  Admin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Welcome back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Log in to plan your study sessions.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Email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103120"/>
            <a:ext cx="32918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9718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you@example.com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Password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32918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29718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••••••••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75B6"/>
                </a:solidFill>
              </a:rPr>
              <a:t>Show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0" y="3200400"/>
            <a:ext cx="32918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92608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 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Don't have an account?  Sign 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Login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7440" y="685800"/>
            <a:ext cx="43891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256032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Create account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Start planning your study sessions today.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938528"/>
            <a:ext cx="365760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788920" y="1938528"/>
            <a:ext cx="356616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Your name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441448"/>
            <a:ext cx="365760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2788920" y="2441448"/>
            <a:ext cx="356616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you@example.com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Password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944368"/>
            <a:ext cx="3657600" cy="301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788920" y="2944368"/>
            <a:ext cx="356616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At least 6 characters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0" y="3246120"/>
            <a:ext cx="36576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274320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 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703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Already have an account?  Log 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" y="4846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Sign Up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</a:rPr>
              <a:t>Good morning, Anish.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1078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Thursday, June 12, 2026  ·  01:10 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Let's Begin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6576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Tasks planned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246888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Completed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457200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Quizzes taken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18745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62%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7512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Completion rate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Today's Tasks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201168" cy="201168"/>
          </a:xfrm>
          <a:prstGeom prst="rect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22960" y="32278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Revise Chapter 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201168" cy="201168"/>
          </a:xfrm>
          <a:prstGeom prst="rect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822960" y="36850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Math Practice Set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22960" y="41422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Read Biology Notes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78892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493776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Recent Quiz 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2644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Mathematics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32644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8/10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37216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Biology Basics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37216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7/10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1788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Physics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1788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9/10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Dashboard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Study Tasks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Manage and track your study assignments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914400" cy="274320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71600" y="1325880"/>
            <a:ext cx="9144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Pending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1325880"/>
            <a:ext cx="9144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237744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Completed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1810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Add new task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057400"/>
            <a:ext cx="320040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59436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e.g. Revise Chapter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0" y="2057400"/>
            <a:ext cx="137160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3886200" y="2057400"/>
            <a:ext cx="1280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Subject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49240" y="2057400"/>
            <a:ext cx="137160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5394960" y="2057400"/>
            <a:ext cx="12801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Due date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2057400"/>
            <a:ext cx="82296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858000" y="20574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69748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548640" y="2807208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8680" y="27614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Revise Chapter 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299923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Math · Due Jun 14 · HIGH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28346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548640" y="3328416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68680" y="32826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Read Biology Notes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8680" y="35204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Biology · Due Jun 13 · MEDIUM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29600" y="335584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373989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548640" y="3849624"/>
            <a:ext cx="201168" cy="201168"/>
          </a:xfrm>
          <a:prstGeom prst="rect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868680" y="380390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</a:rPr>
              <a:t>Math Practice Set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8680" y="40416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Math · Due Jun 12 · LOW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29600" y="387705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426110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548640" y="4370832"/>
            <a:ext cx="201168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68680" y="43251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Physics Lab Report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" y="456285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Physics · Due Jun 15 · HIGH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39826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F4444"/>
                </a:solidFill>
              </a:rPr>
              <a:t>Delete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Tasks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Quizzes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Test your knowledge on different subjects.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365760" y="1417320"/>
            <a:ext cx="2606040" cy="14173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502920" y="1581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Mathematics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9202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10 questions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029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3200400" y="1417320"/>
            <a:ext cx="2606040" cy="1417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3337560" y="1581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Biology Basics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19202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8 questions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23774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333756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172200" y="1581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Physics Fundamentals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9202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12 questions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1722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365760" y="3017520"/>
            <a:ext cx="2606040" cy="1417320"/>
          </a:xfrm>
          <a:prstGeom prst="rect">
            <a:avLst/>
          </a:prstGeom>
          <a:solidFill>
            <a:srgbClr val="FDF4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502920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Chemistry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9 questions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9776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50292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30175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3200400" y="3017520"/>
            <a:ext cx="2606040" cy="1417320"/>
          </a:xfrm>
          <a:prstGeom prst="rect">
            <a:avLst/>
          </a:prstGeom>
          <a:solidFill>
            <a:srgbClr val="FFF1F2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3337560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History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7 questions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39776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333756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35040" y="30175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035040" y="3017520"/>
            <a:ext cx="2606040" cy="141732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172200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Computer Science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11 questions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3977640"/>
            <a:ext cx="11887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61722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Start Quiz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Quizzes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640080"/>
            <a:ext cx="6400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55448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Mathematics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0972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Question 3 of 10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0" y="1417320"/>
            <a:ext cx="5852160" cy="109728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645920" y="1417320"/>
            <a:ext cx="1755648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554480" y="16916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What is the derivative of x² + 3x?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377440"/>
            <a:ext cx="5852160" cy="402336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828800" y="237744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2x + 3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2880360"/>
            <a:ext cx="5852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828800" y="288036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x² + 3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3383280"/>
            <a:ext cx="5852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828800" y="338328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2x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0" y="3886200"/>
            <a:ext cx="5852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828800" y="3886200"/>
            <a:ext cx="548640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3x + 1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Quiz — Active Question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6636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Tasks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91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</a:rPr>
              <a:t>Quiz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269480" y="91440"/>
            <a:ext cx="9144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Progress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4E0"/>
                </a:solidFill>
              </a:rPr>
              <a:t>Anish 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Your Progress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2606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</a:rPr>
              <a:t>62%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Completion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06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200400" y="11887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Quizzes Taken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606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035040" y="11887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Total Tasks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240280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548640" y="23042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Task Completion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23042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62%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606040"/>
            <a:ext cx="8046720" cy="18288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548640" y="2606040"/>
            <a:ext cx="4988966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Quiz History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Mathematics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Jun 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3639312"/>
            <a:ext cx="1188720" cy="13716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6583680" y="3639312"/>
            <a:ext cx="950976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7955280" y="3584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8/10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968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Biology Basics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9684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Jun 10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0" y="4023360"/>
            <a:ext cx="1188720" cy="13716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6583680" y="4023360"/>
            <a:ext cx="832104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7955280" y="39684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7/10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3525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Physics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352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Jun 9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0" y="4407408"/>
            <a:ext cx="1188720" cy="137160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6583680" y="4407408"/>
            <a:ext cx="1069848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7955280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</a:rPr>
              <a:t>9/10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Progress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Study Planner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91440"/>
            <a:ext cx="1097280" cy="320040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Admin Panel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Manage quizzes, questions, and 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234440" cy="274320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Quizzes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37360" y="1298448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7373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Questions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298448"/>
            <a:ext cx="123444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31089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Users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39319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48640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All Quizzes (6)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810512"/>
            <a:ext cx="594360" cy="2468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3520440" y="18105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+ New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21762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</a:rPr>
              <a:t>Mathematics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</a:rPr>
              <a:t>Biology Basics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2980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</a:rPr>
              <a:t>Physics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0" y="2980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</a:rPr>
              <a:t>Chemistry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0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8640" y="3785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</a:rPr>
              <a:t>History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4187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</a:rPr>
              <a:t>Computer Science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0" y="4187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E75B6"/>
                </a:solidFill>
              </a:rPr>
              <a:t>Edit  Del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0" y="1719072"/>
            <a:ext cx="420624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475488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Quiz Details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Mathematics — 10 questions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3749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489204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</a:rPr>
              <a:t>Q1. What is 2+2?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27889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4 options  ·  Answer: 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3749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489204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</a:rPr>
              <a:t>Q2. Solve: x² = 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33832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4 options  ·  Answer: 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3703320"/>
            <a:ext cx="37490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489204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</a:rPr>
              <a:t>Q3. What is π?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397764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4 options  ·  Answer: 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2880" y="49194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CA3AF"/>
                </a:solidFill>
              </a:rPr>
              <a:t>Page: Admin Panel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Macintosh PowerPoint</Application>
  <PresentationFormat>On-screen Show (16:9)</PresentationFormat>
  <Paragraphs>191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Planner — UI Mockup</dc:title>
  <dc:subject>PptxGenJS Presentation</dc:subject>
  <dc:creator>PptxGenJS</dc:creator>
  <cp:lastModifiedBy>판데이아니쉬라즈</cp:lastModifiedBy>
  <cp:revision>3</cp:revision>
  <dcterms:created xsi:type="dcterms:W3CDTF">2026-06-11T16:22:56Z</dcterms:created>
  <dcterms:modified xsi:type="dcterms:W3CDTF">2026-06-11T16:24:27Z</dcterms:modified>
</cp:coreProperties>
</file>