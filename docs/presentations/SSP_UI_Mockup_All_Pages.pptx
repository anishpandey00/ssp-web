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43D5C"/>
          </a:solidFill>
          <a:ln w="12700">
            <a:solidFill>
              <a:srgbClr val="243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Smart Study Planner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</a:rPr>
              <a:t>UI Mockup — All Pages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A3C8"/>
                </a:solidFill>
              </a:rPr>
              <a:t>Login  ·  Sign Up  ·  Dashboard  ·  Tasks  ·  Quiz  ·  Progress  ·  Admin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5"/>
                </a:solidFill>
              </a:rPr>
              <a:t>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77724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Welcome back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Log in to plan your study sessions.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Email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2103120"/>
            <a:ext cx="32918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you@example.com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0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Password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2743200"/>
            <a:ext cx="32918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••••••••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60720" y="2743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75B6"/>
                </a:solidFill>
              </a:rPr>
              <a:t>Show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926080" y="3200400"/>
            <a:ext cx="32918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 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Don't have an account?  Sign up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288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Page: Login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77440" y="685800"/>
            <a:ext cx="43891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Create account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0" y="1325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Start planning your study sessions today.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7373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938528"/>
            <a:ext cx="365760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938528"/>
            <a:ext cx="356616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Your name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Email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2441448"/>
            <a:ext cx="365760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441448"/>
            <a:ext cx="356616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you@example.com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0" y="2743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Password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2944368"/>
            <a:ext cx="365760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944368"/>
            <a:ext cx="356616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At least 6 characters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0" y="3246120"/>
            <a:ext cx="36576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 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703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Already have an account?  Log 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288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Page: Sign Up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91440"/>
            <a:ext cx="914400" cy="320040"/>
          </a:xfrm>
          <a:prstGeom prst="rect">
            <a:avLst>
              <a:gd name="adj" fmla="val 14286"/>
            </a:avLst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6636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Tasks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Quiz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6948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Progress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Anish P.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Good morning, Anish.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Thursday, June 12, 2026  ·  01:10 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146304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Let's Begin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874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</a:rPr>
              <a:t>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2304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Tasks planned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68880" y="1874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468880" y="2304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Completed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1874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0" y="2304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Quizzes taken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75120" y="1874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</a:rPr>
              <a:t>62%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75120" y="2304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Completion rate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78892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Today's Tasks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201168" cy="201168"/>
          </a:xfrm>
          <a:prstGeom prst="rect">
            <a:avLst/>
          </a:prstGeom>
          <a:solidFill>
            <a:srgbClr val="22C55E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2278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Revise Chapter 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703320"/>
            <a:ext cx="201168" cy="201168"/>
          </a:xfrm>
          <a:prstGeom prst="rect">
            <a:avLst/>
          </a:prstGeom>
          <a:solidFill>
            <a:srgbClr val="22C55E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6850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Math Practice Set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160520"/>
            <a:ext cx="20116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1422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Read Biology Notes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78892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Recent Quiz Scores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2644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Mathematics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0" y="32644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8/10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37216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Biology Basics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37216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7/10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41788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Physics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1788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9/10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288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Page: Dashboard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66360" y="91440"/>
            <a:ext cx="914400" cy="320040"/>
          </a:xfrm>
          <a:prstGeom prst="rect">
            <a:avLst>
              <a:gd name="adj" fmla="val 14286"/>
            </a:avLst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Quiz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6948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Progress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Anish P.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Study Tasks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Manage and track your study assignments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914400" cy="274320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All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71600" y="1325880"/>
            <a:ext cx="91440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Pending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77440" y="1325880"/>
            <a:ext cx="91440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Completed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73736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810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Add new task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057400"/>
            <a:ext cx="320040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e.g. Revise Chapter 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0" y="2057400"/>
            <a:ext cx="137160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2057400"/>
            <a:ext cx="1280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Subject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49240" y="2057400"/>
            <a:ext cx="137160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057400"/>
            <a:ext cx="1280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Due date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2057400"/>
            <a:ext cx="82296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0574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69748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2807208"/>
            <a:ext cx="20116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276148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Revise Chapter 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" y="299923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Math · Due Jun 14 · HIGH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229600" y="28346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Delete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3218688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3328416"/>
            <a:ext cx="20116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32826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Read Biology Notes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68680" y="35204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Biology · Due Jun 13 · MEDIUM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229600" y="335584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Delete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3739896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" y="3849624"/>
            <a:ext cx="201168" cy="201168"/>
          </a:xfrm>
          <a:prstGeom prst="rect">
            <a:avLst/>
          </a:prstGeom>
          <a:solidFill>
            <a:srgbClr val="22C55E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380390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Math Practice Set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68680" y="404164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Math · Due Jun 12 · LOW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229600" y="38770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Delete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65760" y="4261104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" y="4370832"/>
            <a:ext cx="20116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43251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Physics Lab Report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68680" y="456285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Physics · Due Jun 15 · HIGH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229600" y="439826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Delete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8288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Page: Tasks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6636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Tasks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91440"/>
            <a:ext cx="914400" cy="320040"/>
          </a:xfrm>
          <a:prstGeom prst="rect">
            <a:avLst>
              <a:gd name="adj" fmla="val 14286"/>
            </a:avLst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Quiz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6948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Progress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Anish P.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Quizzes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Test your knowledge on different subjects.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417320"/>
            <a:ext cx="2606040" cy="14173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81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Mathematics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19202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10 questions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14173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417320"/>
            <a:ext cx="2606040" cy="1417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581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Biology Basics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19202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8 questions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37560" y="23774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35040" y="14173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417320"/>
            <a:ext cx="2606040" cy="141732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581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Physics Fundamentals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19202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12 questions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72200" y="23774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0175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017520"/>
            <a:ext cx="2606040" cy="1417320"/>
          </a:xfrm>
          <a:prstGeom prst="rect">
            <a:avLst/>
          </a:prstGeom>
          <a:solidFill>
            <a:srgbClr val="FD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1821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Chemistry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5204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9 questions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39776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30175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3017520"/>
            <a:ext cx="2606040" cy="1417320"/>
          </a:xfrm>
          <a:prstGeom prst="rect">
            <a:avLst/>
          </a:prstGeom>
          <a:solidFill>
            <a:srgbClr val="FFF1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1821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History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37560" y="35204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7 questions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37560" y="39776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35040" y="30175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35040" y="3017520"/>
            <a:ext cx="2606040" cy="141732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31821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Computer Science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72200" y="35204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11 questions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72200" y="39776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8288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Page: Quizzes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6636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Tasks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91440"/>
            <a:ext cx="914400" cy="320040"/>
          </a:xfrm>
          <a:prstGeom prst="rect">
            <a:avLst>
              <a:gd name="adj" fmla="val 14286"/>
            </a:avLst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Quiz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6948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Progress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Anish P.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640080"/>
            <a:ext cx="6400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777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Mathematics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10972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Question 3 of 10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45920" y="1417320"/>
            <a:ext cx="5852160" cy="109728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1417320"/>
            <a:ext cx="1755648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16916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is the derivative of x² + 3x?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0" y="2377440"/>
            <a:ext cx="5852160" cy="402336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2377440"/>
            <a:ext cx="54864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2x + 3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0" y="2880360"/>
            <a:ext cx="58521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880360"/>
            <a:ext cx="54864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x² + 3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0" y="3383280"/>
            <a:ext cx="58521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3383280"/>
            <a:ext cx="54864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2x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0" y="3886200"/>
            <a:ext cx="58521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3886200"/>
            <a:ext cx="54864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3x + 1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" y="49194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Page: Quiz — Active Question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6636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Tasks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91440"/>
            <a:ext cx="914400" cy="320040"/>
          </a:xfrm>
          <a:prstGeom prst="rect">
            <a:avLst>
              <a:gd name="adj" fmla="val 14286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Quiz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69480" y="91440"/>
            <a:ext cx="914400" cy="320040"/>
          </a:xfrm>
          <a:prstGeom prst="rect">
            <a:avLst>
              <a:gd name="adj" fmla="val 14286"/>
            </a:avLst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Progress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0"/>
                </a:solidFill>
              </a:rPr>
              <a:t>Anish P.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Your Progress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2606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62%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Completion Rate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143000"/>
            <a:ext cx="2606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11887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0" y="1664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Quizzes Taken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143000"/>
            <a:ext cx="2606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11887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35040" y="1664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Total Tasks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240280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3042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Task Completion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23042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62%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606040"/>
            <a:ext cx="8046720" cy="182880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606040"/>
            <a:ext cx="4988966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108960"/>
            <a:ext cx="8412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Quiz History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Mathematics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3584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Jun 11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0" y="3639312"/>
            <a:ext cx="1188720" cy="137160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3639312"/>
            <a:ext cx="950976" cy="137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5844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8/10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3968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Biology Basics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Jun 10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83680" y="4023360"/>
            <a:ext cx="1188720" cy="137160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4023360"/>
            <a:ext cx="832104" cy="137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39684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7/10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3525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Physics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43525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Jun 9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583680" y="4407408"/>
            <a:ext cx="1188720" cy="137160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0" y="4407408"/>
            <a:ext cx="1069848" cy="137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4352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9/10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288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Page: Progress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91440"/>
            <a:ext cx="1097280" cy="320040"/>
          </a:xfrm>
          <a:prstGeom prst="rect">
            <a:avLst>
              <a:gd name="adj" fmla="val 14286"/>
            </a:avLst>
          </a:prstGeom>
          <a:solidFill>
            <a:srgbClr val="991B1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Admin Panel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Manage quizzes, questions, and users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1234440" cy="274320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Quizzes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37360" y="1298448"/>
            <a:ext cx="12344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Questions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08960" y="1298448"/>
            <a:ext cx="12344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Users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719072"/>
            <a:ext cx="39319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1810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All Quizzes (6)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1810512"/>
            <a:ext cx="594360" cy="2468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81051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 New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8640" y="21762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</a:rPr>
              <a:t>Mathematics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8640" y="2578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</a:rPr>
              <a:t>Biology Basics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29809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</a:rPr>
              <a:t>Physics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0" y="29809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</a:rPr>
              <a:t>Chemistry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0" y="3383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48640" y="3785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</a:rPr>
              <a:t>History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0" y="3785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41879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</a:rPr>
              <a:t>Computer Science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00400" y="4187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0" y="1719072"/>
            <a:ext cx="420624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0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1810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Quiz Details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Mathematics — 10 questions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514600"/>
            <a:ext cx="3749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560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Q1. What is 2+2?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278892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4 options  ·  Answer: 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54880" y="3108960"/>
            <a:ext cx="3749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154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Q2. Solve: x² = 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92040" y="338328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4 options  ·  Answer: 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54880" y="3703320"/>
            <a:ext cx="3749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749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Q3. What is π?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92040" y="397764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4 options  ·  Answer: 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288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Page: Admin Panel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Study Planner — UI Mockup</dc:title>
  <dc:subject>PptxGenJS Presentation</dc:subject>
  <dc:creator>PptxGenJS</dc:creator>
  <cp:lastModifiedBy>PptxGenJS</cp:lastModifiedBy>
  <cp:revision>1</cp:revision>
  <dcterms:created xsi:type="dcterms:W3CDTF">2026-06-11T16:22:56Z</dcterms:created>
  <dcterms:modified xsi:type="dcterms:W3CDTF">2026-06-11T16:22:56Z</dcterms:modified>
</cp:coreProperties>
</file>